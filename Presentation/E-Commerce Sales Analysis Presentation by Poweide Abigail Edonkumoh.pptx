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682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82634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rPr lang="en-US" dirty="0" smtClean="0"/>
              <a:t>E-COMMERCE SALES ANALYSIS</a:t>
            </a:r>
            <a:endParaRPr dirty="0" smtClean="0"/>
          </a:p>
          <a:p>
            <a:pPr>
              <a:defRPr sz="2300">
                <a:solidFill>
                  <a:srgbClr val="DC8FBE"/>
                </a:solidFill>
              </a:defRPr>
            </a:pPr>
            <a:r>
              <a:rPr dirty="0" smtClean="0"/>
              <a:t>DecodeLabs </a:t>
            </a:r>
            <a:r>
              <a:rPr dirty="0"/>
              <a:t>Internship </a:t>
            </a:r>
            <a:r>
              <a:rPr dirty="0" smtClean="0"/>
              <a:t>Project </a:t>
            </a:r>
            <a:r>
              <a:rPr dirty="0"/>
              <a:t>4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Power BI Dashboard &amp;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937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Poweide Abigail Edonkumoh</a:t>
            </a:r>
          </a:p>
          <a:p>
            <a:pPr>
              <a:defRPr sz="1200">
                <a:solidFill>
                  <a:srgbClr val="EBDCE8"/>
                </a:solidFill>
              </a:defRPr>
            </a:pPr>
            <a:r>
              <a:rPr dirty="0"/>
              <a:t>Data Analyst • Medical Laboratory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Turning e-commerce transaction data into clear, actionable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Built an interactive e-commerce sales dashboard in Microsoft Power BI.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Focused on sales performance, orders, products, payment methods, referral sources and order status.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Used the cleaned dataset prepared during the earlier project stage.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Designed the dashboard to make key trends and business metrics easy to understand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t>Analysis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Measure overall sales, orders, units sold and average order value.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Track monthly sales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Identify products contributing the most revenue and units sold.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Understand order-status and payment-method patterns.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Evaluate referral sources and coupon-code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Turn the findings into practical business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t>Data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rPr dirty="0"/>
              <a:t>• Dataset: 1,200 e-commerce orders covering 2023–2025.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rPr dirty="0"/>
              <a:t>• Key fields: Date, Product, Quantity, UnitPrice, TotalPrice, OrderStatus, PaymentMethod, </a:t>
            </a:r>
            <a:r>
              <a:rPr dirty="0" smtClean="0"/>
              <a:t>ReferralSource </a:t>
            </a:r>
            <a:r>
              <a:rPr dirty="0"/>
              <a:t>and CouponCode.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rPr dirty="0"/>
              <a:t>• Power BI was used for data modeling, DAX measures and visualization.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rPr dirty="0"/>
              <a:t>• Created Year, Month Name and Month Number fields for time analysis.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rPr dirty="0"/>
              <a:t>• Added slicers for year, date, product, payment method, order status and referral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2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Final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Interactive overview of sales performance and customer/order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4800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583" y="1482071"/>
            <a:ext cx="7933786" cy="4479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 • Final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A quick snapshot of overall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27048"/>
            <a:ext cx="23408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$1.26M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38728" y="1527048"/>
            <a:ext cx="23408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1,200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527048"/>
            <a:ext cx="23408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3,535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Total Units Sold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25128" y="1527048"/>
            <a:ext cx="23408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$1.05K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Sales reached about $1.26M across the dataset.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The 1,200 orders generated 3,535 units sold.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Average order value was approximately $1.05K.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These KPIs provide the baseline for the deeper visual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Monthly Sales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The chart shows how sales moved across the months.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27048"/>
            <a:ext cx="27980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$171K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June peak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0248" y="1527048"/>
            <a:ext cx="27980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 smtClean="0"/>
              <a:t>$75K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 smtClean="0"/>
              <a:t>November </a:t>
            </a:r>
            <a:r>
              <a:rPr dirty="0"/>
              <a:t>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1732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7807" y="1527048"/>
            <a:ext cx="2798063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$83K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December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Sales reached their highest point in June at approximately $171K.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After June, sales dropped sharply in July and stayed lower through the later months.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The monthly variation can support seasonal planning and campaign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3" y="462175"/>
            <a:ext cx="323131" cy="3231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" y="365760"/>
            <a:ext cx="10643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Revenue and volume tell two different parts of the product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82753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Highest sales contributors</a:t>
            </a:r>
            <a:r>
              <a:rPr dirty="0"/>
              <a:t>: Chair — $196K; Printer — $196K; Laptop — $192K; Tablet — $187K.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Top units sold</a:t>
            </a:r>
            <a:r>
              <a:rPr dirty="0"/>
              <a:t>: Chair — 562; Printer — 542; Laptop — 535; Desk — 508.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rPr dirty="0"/>
              <a:t>• This shows why revenue and units sold should be viewed together when evaluating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65760"/>
            <a:ext cx="472483" cy="4724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" y="3544272"/>
            <a:ext cx="3152788" cy="24420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984" y="3547850"/>
            <a:ext cx="2755378" cy="2438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Order Status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The donut chart breaks down the 1,200 orders by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18488"/>
            <a:ext cx="2615184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1,200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3355848"/>
            <a:ext cx="2615184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t>250</a:t>
            </a:r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t>Cancelled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Delivered and shipped orders form a large share of activity.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Cancelled, returned and pending orders are areas worth monitoring.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The status breakdown can help identify fulfillment and customer-experience issues.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77" y="385551"/>
            <a:ext cx="435907" cy="4359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365760"/>
            <a:ext cx="10716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Payment Method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Sales are relatively balanced across the main payment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Credit Card — approximately $0.26M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Online — approximately $0.26M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Cash — approximately $0.26M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Gift Card — approximately $0.25M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Debit Card — approximately $0.23M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72B33"/>
                </a:solidFill>
                <a:latin typeface="Aptos"/>
              </a:defRPr>
            </a:pPr>
            <a:r>
              <a:t>• No single payment method dominates.</a:t>
            </a:r>
          </a:p>
          <a:p>
            <a:pPr>
              <a:spcAft>
                <a:spcPts val="1200"/>
              </a:spcAft>
              <a:defRPr sz="1600">
                <a:solidFill>
                  <a:srgbClr val="372B33"/>
                </a:solidFill>
                <a:latin typeface="Aptos"/>
              </a:defRPr>
            </a:pPr>
            <a:r>
              <a:t>• Maintaining multiple payment options can reduce checkout friction.</a:t>
            </a:r>
          </a:p>
          <a:p>
            <a:pPr>
              <a:spcAft>
                <a:spcPts val="1200"/>
              </a:spcAft>
              <a:defRPr sz="1600">
                <a:solidFill>
                  <a:srgbClr val="372B33"/>
                </a:solidFill>
                <a:latin typeface="Aptos"/>
              </a:defRPr>
            </a:pPr>
            <a:r>
              <a:t>• Payment performance should be monitored alongside order volume and customer preferences.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888" y="3777569"/>
            <a:ext cx="2861487" cy="26005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5" y="469236"/>
            <a:ext cx="387139" cy="3871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Referral Source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Which channels are bringing in the most sales?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017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4934" y="1851657"/>
            <a:ext cx="1093569" cy="6309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/>
              <a:t>$</a:t>
            </a:r>
            <a:r>
              <a:rPr dirty="0" smtClean="0"/>
              <a:t>275K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/>
              <a:t>Instagram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17320"/>
            <a:ext cx="3017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6774" y="1851657"/>
            <a:ext cx="1093569" cy="6309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/>
              <a:t>$</a:t>
            </a:r>
            <a:r>
              <a:rPr dirty="0" smtClean="0"/>
              <a:t>26</a:t>
            </a:r>
            <a:r>
              <a:rPr lang="en-US" dirty="0" smtClean="0"/>
              <a:t>2</a:t>
            </a:r>
            <a:r>
              <a:rPr dirty="0" smtClean="0"/>
              <a:t>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/>
              <a:t>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17320"/>
            <a:ext cx="30175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8613" y="1851657"/>
            <a:ext cx="1093569" cy="6309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/>
              <a:t>$</a:t>
            </a:r>
            <a:r>
              <a:rPr dirty="0" smtClean="0"/>
              <a:t>250K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/>
              <a:t>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Instagram is the leading referral source in the dashboard.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Email and Google also contribute strongly to sales.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These channels are good candidates for continued testing and targeted marketing investment.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58" y="432773"/>
            <a:ext cx="435907" cy="4359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Coupon Code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Coupon usage reveals an important revenue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30655" y="1851657"/>
            <a:ext cx="1093569" cy="6309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/>
              <a:t>$</a:t>
            </a:r>
            <a:r>
              <a:rPr dirty="0" smtClean="0"/>
              <a:t>335K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/>
              <a:t>FREESHIP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8215" y="1851657"/>
            <a:ext cx="1093569" cy="6309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/>
              <a:t>$</a:t>
            </a:r>
            <a:r>
              <a:rPr dirty="0" smtClean="0"/>
              <a:t>322K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/>
              <a:t>NO COUPON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173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5774" y="1851657"/>
            <a:ext cx="1093569" cy="63094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2553"/>
                </a:solidFill>
                <a:latin typeface="Aptos Display"/>
              </a:defRPr>
            </a:pPr>
            <a:r>
              <a:rPr dirty="0"/>
              <a:t>$</a:t>
            </a:r>
            <a:r>
              <a:rPr dirty="0" smtClean="0"/>
              <a:t>30</a:t>
            </a:r>
            <a:r>
              <a:rPr lang="en-US" dirty="0" smtClean="0"/>
              <a:t>5</a:t>
            </a:r>
            <a:r>
              <a:rPr dirty="0" smtClean="0"/>
              <a:t>K</a:t>
            </a:r>
            <a:endParaRPr dirty="0"/>
          </a:p>
          <a:p>
            <a:pPr algn="ctr">
              <a:defRPr sz="1100" b="1">
                <a:solidFill>
                  <a:srgbClr val="372B33"/>
                </a:solidFill>
                <a:latin typeface="Aptos"/>
              </a:defRPr>
            </a:pPr>
            <a:r>
              <a:rPr dirty="0"/>
              <a:t>SAVE10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FREESHIP generated the highest sales among the displayed coupon categories.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Orders without a coupon still contributed a large share of revenue.</a:t>
            </a:r>
          </a:p>
          <a:p>
            <a:pPr>
              <a:spcAft>
                <a:spcPts val="1200"/>
              </a:spcAft>
              <a:defRPr sz="1800">
                <a:solidFill>
                  <a:srgbClr val="372B33"/>
                </a:solidFill>
                <a:latin typeface="Aptos"/>
              </a:defRPr>
            </a:pPr>
            <a:r>
              <a:t>• Coupon campaigns should be evaluated using profitability as well as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89" y="487637"/>
            <a:ext cx="344467" cy="3444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365760"/>
            <a:ext cx="10716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What stands out from the dashboard?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June was the strongest month, reaching approximately $171K in sales.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Chair and Printer were the leading products by sales, while Chair also led units sold.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Instagram was the strongest referral source.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Payment-method sales were relatively balanced.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FREESHIP was the top displayed coupon category by sales.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The order-status mix highlights cancellation/return activity that deserves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47" y="384049"/>
            <a:ext cx="460270" cy="460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21937"/>
                </a:solidFill>
                <a:latin typeface="Aptos Display"/>
              </a:defRPr>
            </a:pPr>
            <a:r>
              <a:rPr dirty="0"/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6672"/>
                </a:solidFill>
                <a:latin typeface="Aptos"/>
              </a:defRPr>
            </a:pPr>
            <a:r>
              <a:t>Turning the analysis into next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Plan promotions and inventory around high-performing periods, especially the June peak.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Prioritize high-revenue products such as Chair, Printer, Laptop and Tablet in marketing and stock planning.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Continue investing in Instagram while testing ways to grow other strong referral channels.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Review cancelled and returned orders to understand the main causes and reduce avoidable losses.</a:t>
            </a:r>
          </a:p>
          <a:p>
            <a:pPr>
              <a:spcAft>
                <a:spcPts val="1200"/>
              </a:spcAft>
              <a:defRPr sz="1700">
                <a:solidFill>
                  <a:srgbClr val="372B33"/>
                </a:solidFill>
                <a:latin typeface="Aptos"/>
              </a:defRPr>
            </a:pPr>
            <a:r>
              <a:t>• Measure coupon campaigns using both sales and profit/margin to identify genuinely effective offers.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DecodeLabs Internship • Project 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87" y="411713"/>
            <a:ext cx="413025" cy="413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2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From Data to Decisions</a:t>
            </a:r>
          </a:p>
          <a:p>
            <a:pPr>
              <a:defRPr sz="1900">
                <a:solidFill>
                  <a:srgbClr val="DC8FBE"/>
                </a:solidFill>
                <a:latin typeface="Aptos"/>
              </a:defRPr>
            </a:pPr>
            <a:r>
              <a:t>A Power BI dashboard that turns e-commerce transactions into a clear business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• This project strengthened my ability to build interactive dashboards, create DAX measures and communicate insights visually.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• It was a valuable final project in my DecodeLabs Internship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5065" y="5166360"/>
            <a:ext cx="215995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17D8A"/>
                </a:solidFill>
                <a:latin typeface="Aptos"/>
              </a:defRPr>
            </a:pPr>
            <a:r>
              <a:rPr dirty="0"/>
              <a:t>Poweide Abigail Edonkumoh • DecodeLabs Internship • Project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1006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She_Is_Data</dc:creator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2026-09-06T11:53:04Z</dcterms:modified>
  <cp:category/>
</cp:coreProperties>
</file>